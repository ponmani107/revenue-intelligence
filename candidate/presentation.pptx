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1. Manager Problem Solved &amp; Core Findings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SpendNest Revenue Intelligence Inbox · 21 August 2026 Manager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1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Manager Problem Addressed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TAG: STRATEGIC CONTEXT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Incoming Data Chaos: 44 fragmented records (30 calls, 14 meetings) arrive across disparate phone/meeting systems with missing transcripts, asynchronous updates, and misaligned metadata.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The Operational Hazard: Stored labels are unreliable. For instance, cold-outreach calls are marked 'stored' without coaching notes; silent meetings hide cancellation details; late transcripts arrive hours after calls end.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Solution Built: An offline-first, idempotent workspace providing clean activity metrics, honest transcript coverage definitions, multi-destination routing, and evidence-grounded action plans.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Strict Verification: Discloses true denominators (30 calls with 10 conversations; 14 meetings with 8 transcripts post-update). Prohibits phantom pipeline revenue estimations.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Three Grounded Source Findings</a:t>
            </a:r>
          </a:p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Arial"/>
              </a:defRPr>
            </a:pPr>
            <a:r>
              <a:t>TAG: EVIDENCE &amp; CITATIONS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1. Cold Outreach Consent &amp; Sourcing Resistance (Call C01):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Passage: "I don't know how I ended up on your list. I didn't ask for this call... Where did you find my details?"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System Impact: Influenced the Sales Coaching filter &amp; coaching brief; flagged cold-outreach consent scripts for rep Arun.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2. Referral Economics vs API Integration (Meeting M01):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Passage: "The activation payment is USD 260 when a referred company gets its account approved... It cannot depend on me manually writing every email. This needs to scale." (Partner A, turns 9 &amp; 18)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System Impact: Influenced Vendor/Partner route, prompting automated referral links over manual email introductions.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3. Multi-Tenant Token Expiry Bug (Meeting M09, CS Session):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Passage: "It says the token has expired. This is the fresh message we just received." (Customer A, turn 9)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 - System Impact: Routed to Customer Follow-up with urgent Engineering escalation priority to unblock Brookmint setup.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2. Interface Design Choices &amp; Deliberate Omissions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Maximizing Manager Utility through Transparent Signals and Honest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2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Included: High-Signal Navigation</a:t>
            </a:r>
          </a:p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Arial"/>
              </a:defRPr>
            </a:pPr>
            <a:r>
              <a:t>TAG: INCLUDED FEATURES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Dedicated Views: Activity Dashboard, 2-Pane Conversation Inbox, 21 Aug Manager Brief, Exports &amp; Manifest Inspector, Replay Tester.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Clear Distinctions: Distinct role separation between call reps (rep_name) and meeting organizers (organizer_email != salesperson/attendee).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Interactive Overrides: Instant route reassignment buttons with visual 'Override' badges and preserved manual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Included: Transparent Denominators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TAG: METRIC CLARITY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Transcript Coverage: Clearly displayed as 18/44 (40.9%) post-update (calls: 10/30, meetings: 8/14). No hiding 26 unrecorded records.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Connection Rate: Factual 11/30 (36.7%) based strictly on source is_connected flag, separated from full conversations.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Freshness Tags: Stale badge displayed if an update replaces underlying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Deliberately Rejected Decision &amp; Omissions</a:t>
            </a:r>
          </a:p>
          <a:p>
            <a:pPr>
              <a:spcAft>
                <a:spcPts val="400"/>
              </a:spcAft>
              <a:defRPr sz="850" b="1">
                <a:solidFill>
                  <a:srgbClr val="D97706"/>
                </a:solidFill>
                <a:latin typeface="Arial"/>
              </a:defRPr>
            </a:pPr>
            <a:r>
              <a:t>TAG: REJECTED ALTERNATIVE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REJECTED: Projected Pipeline Valuation &amp; Rep Revenue Leaderboards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What was considered: Extrapolating dollar deal values from transcript mentions (e.g., $260 partner bounty in M01 or software quotes in M02) to create a cumulative pipeline chart.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Why deliberately rejected: DATA_CONTRACT and brief state no CRM opportunity table, win probability, or historical pipeline baseline exists. Fabricating contract values produces dangerous false precision and misdirects executive focus.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Accepted Trade-off: Focus on verified operational milestones (contact reached, proposal requested, follow-up scheduled) with clear named owners.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OMITTED: Redundant Date Picker: All records occur on 21 August 2026. A calendar filter creates useless UI friction; replaced by Rep and Source Type filters.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OMITTED: Generic Summaries: Suppressed AI summarization on records without usable audio (marked explicitly as 'no-content').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3. Routing Taxonomy, Folder Organization &amp; Difficult Case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Multi-Destination Routing without Context Loss &amp; Managing 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3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Seven Actionable Route Destinations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TAG: TAXONOMY DESIGN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sales_coaching (6 records): Cold objection handling, pitch technique.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deal_next_steps (6 records): Commercial qualification &amp; proposals.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customer_followup (3 records): Support, migrations, bug resolution.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vendor_partner (3 records): Advisory partnerships &amp; reseller agreements.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internal_ops (1 record): Internal billing workflow training (M10).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no_content (26 records): Short dials, voicemails, silent recordings.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needs_review (0 records post-classification; intake holding state).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Export Organization &amp; Manifest</a:t>
            </a:r>
          </a:p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Arial"/>
              </a:defRPr>
            </a:pPr>
            <a:r>
              <a:t>TAG: EXPORT ARCHITECTURE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Multi-Folder Preservation: Conversations serving multiple purposes (e.g. M02) export distinct markdown files to each folder without losing context.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Complete Machine-Readable Manifests: manifest.json and manifest.csv record source_id, revision, routes, file paths, and override status.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Standalone In-Browser ZIP: Pure JS ZIP generation downloads the full 45-file tree directly without external backend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Difficult Routing Case: Meeting M02</a:t>
            </a:r>
          </a:p>
          <a:p>
            <a:pPr>
              <a:spcAft>
                <a:spcPts val="400"/>
              </a:spcAft>
              <a:defRPr sz="850" b="1">
                <a:solidFill>
                  <a:srgbClr val="D97706"/>
                </a:solidFill>
                <a:latin typeface="Arial"/>
              </a:defRPr>
            </a:pPr>
            <a:r>
              <a:t>TAG: EDGE CASE BREAKDOWN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Subject: Crestview Partners / SpendNest Discussion (Record M02)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The Routing Conflict: Is this a Vendor/Partner conversation or an active Sales Deal Next Steps conversation?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Partner Dimension: Discussion focuses on referring overseas accounting clients and signing an advisory partnership memorandum.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Direct Deal Dimension: Partner asks for a SpendNest corporate account for their own firm, specifically requesting a quote for 40 virtual cards.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Resolution &amp; Trade-off: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Single-category routing would discard critical commercial context (either the partnership or the 40-card deal).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Resolution: Dual-routed to both 'vendor_partner' and 'deal_next_steps'.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In the export folder tree, M02 exports cleanly to both exports/vendor_partner/M02_meeting.md and exports/deal_next_steps/M02_meeting.md.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Reviewer can verify in Manifest table: output_paths contains both paths, preventing cross-team dropped balls.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4. Number Verification &amp; Analytical Evidence Tracing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Auditing Metrics Against Source Payloads and Grounding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4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Audit of Key Metrics &amp; Calculations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TAG: MATHEMATICAL VERIFICATION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44 Unique Source Records: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Total raw records across both batches: 45 (44 in initial + 1 in update).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Key (source_type, source_id) deduplication yields exactly 44 unique items.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- 30 Calls: 20 short/unresponsive dials (B01-B20) + 10 calls with transcripts (C01-C10).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- 14 Meetings: 8 with speech text (M01-M04, M06, M07, M09, M10) + 6 silent/cancelled (M05, M08, M11-M14).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Connection Rate Calculation: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Source payload is_connected: 11 True (B11, B14, C01-C03, C05-C10) / 30 calls = 36.67%.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Full conversations (is_conversation=True): 9 calls / 30 = 30.0%.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Usable Transcript Coverage: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Initial batch: 17/44 (38.64%).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Post-update batch: 18/44 (40.91%) after M07 transcript arrives.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All denominators verified directly from JSON source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Tracing Analytical Conclusions to Evidence</a:t>
            </a:r>
          </a:p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Arial"/>
              </a:defRPr>
            </a:pPr>
            <a:r>
              <a:t>TAG: SOURCE EVIDENCE TRACING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Coaching Conclusion: Meera (Calls C05, C06, C08, C09, C10)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Evidence: In Call C06 (Mr Nikhil), Meera opens with: "I'll say at the start that this is a cold call. Could I take about forty seconds to explain the purpose?"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Manager Deduction: Strong, honest pitch discipline; however, prospects frequently state existing solutions (StoreHarbor, internal ERP). Coaching priority: pivot from feature listing to pain-point discovery.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Operational Risk Conclusion: Back-Office Billing (M10)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Evidence: Trainer notes: "Clearing the payment without checking that date can leave the next cycle wrong." (M10, turn 7).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Manager Deduction: Wallet top-up alone does not fix frozen accounts; manual date synchronization is required.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Late Transcript Resolution (M07 - Revision 2)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Initial state: No transcript. Update state: 28 turns arrive detailing Cedarwave Migration.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Verification: Identity check preserved manual route; fresh text successfully displayed without duplicate record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5. Trade-offs, AI Usage, Limitations &amp; Future Roadmap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Honest Evaluation of Architectural Choices and Next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45720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Arial"/>
              </a:defRPr>
            </a:pPr>
            <a:r>
              <a:t>SLIDE 5 OF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Architectural Trade-offs &amp; Decisions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TAG: ARCHITECTURE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Client-Side Standalone vs Server DB: Selected zero-install HTML/CSS/JS with in-memory Map store. Eliminates API key leakage, complex setup, and runtime failure; reviewers open index.html immediately in any modern browser.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Multi-Route Duplication vs Flattening: Exporting dual-assigned records into multiple folders ensures independent team visibility, accepting slight disk redundancy.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Idempotent Revision Logic: Revisions strictly compared; older revisions safely discarded without overwriting manual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AI Disclosure &amp; Runtime Division</a:t>
            </a:r>
          </a:p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Arial"/>
              </a:defRPr>
            </a:pPr>
            <a:r>
              <a:t>TAG: AI USAGE BOUNDARY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Pre-Generated Analysis: Analysis summaries, quotations, and next actions were pre-generated with AI assistance and stored in data.js.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Dynamic Runtime Operations: Deduplication, revision resolution, metric aggregation, route assignment, manual overrides, search, filtering, manifest compilation, and ZIP archiving all execute dynamically in pure JavaScript.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Stale Analysis Flagging: Dynamic flag warns managers when underlying transcripts change without refreshed AI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Known Limitations &amp; What to Build Next</a:t>
            </a:r>
          </a:p>
          <a:p>
            <a:pPr>
              <a:spcAft>
                <a:spcPts val="400"/>
              </a:spcAft>
              <a:defRPr sz="850" b="1">
                <a:solidFill>
                  <a:srgbClr val="D97706"/>
                </a:solidFill>
                <a:latin typeface="Arial"/>
              </a:defRPr>
            </a:pPr>
            <a:r>
              <a:t>TAG: ROADMAP &amp; LIMITATIONS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Known Limitations: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Absence of CRM Account Directory: Cannot cross-reference caller numbers to CRM account histories or verified account values.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In-Memory State: Refreshing the browser re-evaluates bundled batches; permanent cross-session storage would benefit from IndexedDB or server persistence.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- Single-Day Scope: All dataset activity falls on 21 August 2026. Trend-based forecasting requires multi-week time-series 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Unfinished Work / Next Roadmap Items: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1. Live LLM Reprompting: Connect an optional private LLM gateway to dynamically regenerate summaries when late transcripts arrive (e.g. M07).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2. Webhook Ingestion Pipeline: Build a REST intake endpoint validating DATA_CONTRACT schemas for real-time telephony feeds.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  3. Rep Coaching Workflow Tracker: Enable managers to leave timestamped audio coaching comments linked directly to transcript 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